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2" r:id="rId5"/>
    <p:sldId id="258" r:id="rId6"/>
    <p:sldId id="259" r:id="rId7"/>
    <p:sldId id="261" r:id="rId8"/>
    <p:sldId id="263" r:id="rId9"/>
    <p:sldId id="266" r:id="rId10"/>
    <p:sldId id="265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267C-E4C9-42F5-86B5-3D090CAC616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07D3EED-CF90-4225-993E-1EA400999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14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267C-E4C9-42F5-86B5-3D090CAC616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3EED-CF90-4225-993E-1EA400999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843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267C-E4C9-42F5-86B5-3D090CAC616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07D3EED-CF90-4225-993E-1EA400999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58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267C-E4C9-42F5-86B5-3D090CAC616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07D3EED-CF90-4225-993E-1EA400999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23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267C-E4C9-42F5-86B5-3D090CAC616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07D3EED-CF90-4225-993E-1EA400999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281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267C-E4C9-42F5-86B5-3D090CAC616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3EED-CF90-4225-993E-1EA400999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62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267C-E4C9-42F5-86B5-3D090CAC616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3EED-CF90-4225-993E-1EA400999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94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267C-E4C9-42F5-86B5-3D090CAC616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3EED-CF90-4225-993E-1EA400999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682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267C-E4C9-42F5-86B5-3D090CAC616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07D3EED-CF90-4225-993E-1EA400999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59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267C-E4C9-42F5-86B5-3D090CAC616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07D3EED-CF90-4225-993E-1EA400999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23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267C-E4C9-42F5-86B5-3D090CAC616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07D3EED-CF90-4225-993E-1EA400999D7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0409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267C-E4C9-42F5-86B5-3D090CAC616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07D3EED-CF90-4225-993E-1EA400999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551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267C-E4C9-42F5-86B5-3D090CAC616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07D3EED-CF90-4225-993E-1EA400999D7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327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267C-E4C9-42F5-86B5-3D090CAC616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07D3EED-CF90-4225-993E-1EA400999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581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267C-E4C9-42F5-86B5-3D090CAC616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3EED-CF90-4225-993E-1EA400999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154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7267C-E4C9-42F5-86B5-3D090CAC616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D3EED-CF90-4225-993E-1EA400999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24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7267C-E4C9-42F5-86B5-3D090CAC6160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07D3EED-CF90-4225-993E-1EA400999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971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B38DF-D13F-7DBF-2C3F-C2129C45D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1681" y="1695319"/>
            <a:ext cx="9994232" cy="1227600"/>
          </a:xfrm>
        </p:spPr>
        <p:txBody>
          <a:bodyPr>
            <a:noAutofit/>
          </a:bodyPr>
          <a:lstStyle/>
          <a:p>
            <a:b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Topics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Smart Agricultural Monitoring: Leveraging Machine Learning for Precision Disease Detection and Crop Health Optimization</a:t>
            </a:r>
            <a:b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C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Paper Id: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WR-CSIT-GOA-050225-10635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F72BB7-D164-7C0B-D606-B58EFC443EB6}"/>
              </a:ext>
            </a:extLst>
          </p:cNvPr>
          <p:cNvSpPr txBox="1"/>
          <p:nvPr/>
        </p:nvSpPr>
        <p:spPr>
          <a:xfrm>
            <a:off x="891681" y="315971"/>
            <a:ext cx="10407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The Innovation Crossroads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12B014C-4047-3368-2B39-F9938B3CF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861043"/>
              </p:ext>
            </p:extLst>
          </p:nvPr>
        </p:nvGraphicFramePr>
        <p:xfrm>
          <a:off x="2031339" y="3034550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5759760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479959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Authors: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Dr. Prasad Pujar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484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Irfan Hussain Lone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Rohan O Chokarde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106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Shubham Godse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Abishek Shelke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28765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11D464B-DBA0-E59E-3064-585D50235586}"/>
              </a:ext>
            </a:extLst>
          </p:cNvPr>
          <p:cNvSpPr txBox="1"/>
          <p:nvPr/>
        </p:nvSpPr>
        <p:spPr>
          <a:xfrm>
            <a:off x="2672855" y="4231010"/>
            <a:ext cx="609765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Karnatak Law Society’s </a:t>
            </a:r>
          </a:p>
          <a:p>
            <a:pPr algn="ctr"/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GOGTE INSTITUTE OF TECHNOLOGY</a:t>
            </a:r>
          </a:p>
          <a:p>
            <a:pPr algn="ctr"/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Deportment of Computer Science and Engineering</a:t>
            </a:r>
          </a:p>
          <a:p>
            <a:pPr algn="ctr"/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2">
            <a:extLst>
              <a:ext uri="{FF2B5EF4-FFF2-40B4-BE49-F238E27FC236}">
                <a16:creationId xmlns:a16="http://schemas.microsoft.com/office/drawing/2014/main" id="{42B62E40-BAAE-97EE-7EEF-CD5791B28BE8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98113" y="4871208"/>
            <a:ext cx="1247140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808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92577B-14EF-10B7-8AD9-EC78C0E9A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6"/>
            <a:ext cx="12192000" cy="685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126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283F5-E919-2C4C-FDB0-8A425846E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716E22-BC73-3B4F-71C1-08630D606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53"/>
            <a:ext cx="12192000" cy="681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612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FD5B4-B3C0-39BB-DBBE-473A3CE1D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E4300E-F2F3-825A-147A-89141EF69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7"/>
            <a:ext cx="12192000" cy="685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230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A8940-3E8A-4B3E-6124-62CA58880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BB5648-CF9E-F12E-1BE6-EEAB6C502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525"/>
            <a:ext cx="12192000" cy="671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258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C80E8-DC6F-5171-FC87-7F3384013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58DBDE-0DC8-951B-740B-118406093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863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40AE0-E85C-D263-D953-B30A8851B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70BB26-C3F4-0702-43AF-239EC6B50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0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8A34E-BD10-A31B-1B75-EC3E0D7E2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83DD5B-E325-2CD3-86EF-C0E6BCF62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59"/>
            <a:ext cx="12192000" cy="684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849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82E5C-D59E-6997-4B75-A94E1274F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54B729-6C8C-85F5-0AB2-42420AEDC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07"/>
            <a:ext cx="12192000" cy="6801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1D40A65-ACE2-C4E9-F412-205D74CCE955}"/>
              </a:ext>
            </a:extLst>
          </p:cNvPr>
          <p:cNvSpPr/>
          <p:nvPr/>
        </p:nvSpPr>
        <p:spPr>
          <a:xfrm>
            <a:off x="6947556" y="1206630"/>
            <a:ext cx="4298622" cy="233081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2CE3B2-2594-8A94-44A0-B8331FD43AFE}"/>
              </a:ext>
            </a:extLst>
          </p:cNvPr>
          <p:cNvSpPr/>
          <p:nvPr/>
        </p:nvSpPr>
        <p:spPr>
          <a:xfrm>
            <a:off x="6947556" y="3537444"/>
            <a:ext cx="4298622" cy="2545238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193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DDA2A-FB0F-DBDD-AFEB-E78D4876E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BD4E6A-6AA8-94DD-C073-83176E3F8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72"/>
            <a:ext cx="12192000" cy="682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095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05742-FABE-8CD1-2EB8-BE7043C29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1380D0-DF50-404E-2B5E-5F8236947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29"/>
            <a:ext cx="12192000" cy="680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387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1F859-9C9F-5B14-73C4-DD6813D7D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EE56EB-212E-DC2E-F5EC-42A4C9971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530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5C657-93A8-6B5E-877D-20FAF9520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3A9501-1893-F46F-A6B3-6310122F6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16"/>
            <a:ext cx="12192000" cy="683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72427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212</TotalTime>
  <Words>61</Words>
  <Application>Microsoft Office PowerPoint</Application>
  <PresentationFormat>Widescreen</PresentationFormat>
  <Paragraphs>16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Century Gothic</vt:lpstr>
      <vt:lpstr>Times New Roman</vt:lpstr>
      <vt:lpstr>Wingdings 3</vt:lpstr>
      <vt:lpstr>Wisp</vt:lpstr>
      <vt:lpstr> Research Topics: Smart Agricultural Monitoring: Leveraging Machine Learning for Precision Disease Detection and Crop Health Optimization  Paper Id: WR-CSIT-GOA-050225-10635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KHAN AAMIR HUSSAIN</dc:creator>
  <cp:lastModifiedBy>KHAN AAMIR HUSSAIN</cp:lastModifiedBy>
  <cp:revision>8</cp:revision>
  <dcterms:created xsi:type="dcterms:W3CDTF">2025-02-03T07:58:12Z</dcterms:created>
  <dcterms:modified xsi:type="dcterms:W3CDTF">2025-02-03T11:51:12Z</dcterms:modified>
</cp:coreProperties>
</file>